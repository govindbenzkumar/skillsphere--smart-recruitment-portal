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Lost and Found – A Web Application for Item Recovery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Mini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public spaces, items are often lost or misplaced with no structured way to report or recover them. Manual logs are inefficient and lack timely communication. This project proposes a centralized digital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Registration &amp; Login</a:t>
            </a:r>
          </a:p>
          <a:p>
            <a:r>
              <a:t>- Post Lost/Found Items with details</a:t>
            </a:r>
          </a:p>
          <a:p>
            <a:r>
              <a:t>- Browse Listings</a:t>
            </a:r>
          </a:p>
          <a:p>
            <a:r>
              <a:t>- Match Notifications</a:t>
            </a:r>
          </a:p>
          <a:p>
            <a:r>
              <a:t>- Manage Profile &amp; Posts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Dashboard Overview</a:t>
            </a:r>
          </a:p>
          <a:p>
            <a:r>
              <a:t>- User Management</a:t>
            </a:r>
          </a:p>
          <a:p>
            <a:r>
              <a:t>- Post Moderation</a:t>
            </a:r>
          </a:p>
          <a:p>
            <a:r>
              <a:t>- Reports &amp;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Item Matching Engine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Algorithm-based Suggestions</a:t>
            </a:r>
          </a:p>
          <a:p>
            <a:r>
              <a:t>- Flag Similar Reports using keywords, metadata, images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and Filter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Advanced Search by type, date, location</a:t>
            </a:r>
          </a:p>
          <a:p>
            <a:r>
              <a:t>- Optional Map View with Google Maps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Notification &amp; Communication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Email/SMS Notifications</a:t>
            </a:r>
          </a:p>
          <a:p>
            <a:r>
              <a:t>- Optional Internal Messaging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Feasibility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Tech Stack: HTML, CSS, JS, React/Vue, Node/Django/PHP</a:t>
            </a:r>
          </a:p>
          <a:p>
            <a:r>
              <a:t>- Database: MySQL/PostgreSQL/MongoDB</a:t>
            </a:r>
          </a:p>
          <a:p>
            <a:r>
              <a:t>- Hosting: AWS, Heroku, Firebase</a:t>
            </a:r>
          </a:p>
          <a:p>
            <a:r>
              <a:t>- Tools are mature and scalable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Economic Feasibility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Development Cost: Minimal (₹3000–₹5000/year)</a:t>
            </a:r>
          </a:p>
          <a:p>
            <a:r>
              <a:t>- Maintenance: Moderate</a:t>
            </a:r>
          </a:p>
          <a:p>
            <a:r>
              <a:t>- ROI via better service or monetization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Feasibility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User-friendly interface</a:t>
            </a:r>
          </a:p>
          <a:p>
            <a:r>
              <a:t>- Reduces manual dependency</a:t>
            </a:r>
          </a:p>
          <a:p>
            <a:r>
              <a:t>- Easy Admin Management</a:t>
            </a:r>
          </a:p>
          <a:p>
            <a:r>
              <a:t>- Requires moderation &amp; awareness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Legal &amp; Ethical Feasibility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protection as per IT Act 2000</a:t>
            </a:r>
          </a:p>
          <a:p>
            <a:r>
              <a:t>- Content moderation</a:t>
            </a:r>
          </a:p>
          <a:p>
            <a:r>
              <a:t>- Clear Terms of Use needed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 Feasibility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- 1 week: Requirement Analysis</a:t>
            </a:r>
          </a:p>
          <a:p>
            <a:r>
              <a:t>- 1 week: UI/UX</a:t>
            </a:r>
          </a:p>
          <a:p>
            <a:r>
              <a:t>- 4 weeks: Backend + Frontend</a:t>
            </a:r>
          </a:p>
          <a:p>
            <a:r>
              <a:t>- 1 week: Testing &amp; Deployment</a:t>
            </a:r>
          </a:p>
          <a:p>
            <a:r>
              <a:t>- Total: 7 Weeks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Lost and Found Web App is feasible in all aspects and offers a practical solution to a common problem with potential scalability.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